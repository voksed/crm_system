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71717A"/>
                </a:solidFill>
                <a:latin typeface="Segoe UI"/>
              </a:rPr>
              <a:t>CRM</a:t>
            </a:r>
          </a:p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CRM с продажами в Telegram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B4B4BC"/>
                </a:solidFill>
                <a:latin typeface="Segoe UI"/>
              </a:rPr>
              <a:t>Единая система: переписка, сделки, задачи и оплаты —</a:t>
            </a:r>
            <a:br/>
            <a:r>
              <a:rPr sz="2000" b="0" i="0">
                <a:solidFill>
                  <a:srgbClr val="B4B4BC"/>
                </a:solidFill>
                <a:latin typeface="Segoe UI"/>
              </a:rPr>
              <a:t>и автозахват лидов из мессенджеров ботом с анкетой.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Презентация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ПРОБЛЕМА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Малый бизнес теряет продажи в переписках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Лиды теряются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клиенты пишут в Telegram/мессенджеры, менеджеры отвечают с личных телефонов — заявки не фиксируются.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Нет единой картины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переписка, сделки, задачи и оплаты живут в разных местах и в голове менеджера.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Нет контроля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руководитель не видит воронку, конверсию и кто чем занят.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Дорогие CRM не подходят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тяжёлые и сложные для малого и среднего бизнеса, слабая интеграция с Telegram.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РЕШЕНИЕ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Одна система вокруг Telegram-продаж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Вся переписка в CRM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сообщения из Telegram приходят в карточку клиента в реальном времени (WebSocket).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Автозахват лида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бот сам задаёт клиенту анкету и создаёт контакт, сделку и задачу менеджеру.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Воронка, задачи, календарь, оплаты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продажи ведутся по этапам, ничего не забывается.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Права и мультиарендность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владелец видит всё, менеджер — только своё; несколько компаний и ботов.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ПРОДУКТ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Главная панель менеджера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Статистика, задачи на сегодня, напоминания и лента общения — всё на одном экране.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ПРОДАЖИ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Воронка сделок (канбан)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Перетаскивание сделок по этапам, суммы и ответственные — наглядный контроль пайплайна.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КОММУНИКАЦИИ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Telegram-переписка в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contac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Диалог с клиентом в карточке: входящие в реальном времени, статус доставки ответов.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ПЛАНИРОВАНИЕ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Календарь задач и встреч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Звонки, встречи и дедлайны по дням — ни одна договорённость не теряется.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АНАЛИТИКА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Воронка и выручка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Конверсия по этапам, выручка по менеджерам и источникам лидов.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НАСТРОЙКА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Telegram-бот и анкета лида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4239" y="1389888"/>
            <a:ext cx="7443216" cy="4672583"/>
          </a:xfrm>
          <a:prstGeom prst="rect">
            <a:avLst/>
          </a:prstGeom>
          <a:noFill/>
          <a:ln w="1524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bo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41732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1717A"/>
                </a:solidFill>
                <a:latin typeface="Segoe UI"/>
              </a:rPr>
              <a:t>Несколько ботов, свои приветствия и настраиваемая анкета — без программиста.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КАК ЭТО УСТРОЕНО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Архитектура реального времени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0051" y="2011680"/>
            <a:ext cx="1783080" cy="109728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81B"/>
                </a:solidFill>
                <a:latin typeface="Segoe UI"/>
              </a:rPr>
              <a:t>Клиент</a:t>
            </a:r>
            <a:br/>
            <a:r>
              <a:rPr sz="1300" b="1" i="0">
                <a:solidFill>
                  <a:srgbClr val="18181B"/>
                </a:solidFill>
                <a:latin typeface="Segoe UI"/>
              </a:rPr>
              <a:t>в Telegram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1419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71717A"/>
                </a:solidFill>
                <a:latin typeface="Segoe U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7179" y="2011680"/>
            <a:ext cx="1783080" cy="109728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81B"/>
                </a:solidFill>
                <a:latin typeface="Segoe UI"/>
              </a:rPr>
              <a:t>aiogram</a:t>
            </a:r>
            <a:br/>
            <a:r>
              <a:rPr sz="1300" b="1" i="0">
                <a:solidFill>
                  <a:srgbClr val="18181B"/>
                </a:solidFill>
                <a:latin typeface="Segoe UI"/>
              </a:rPr>
              <a:t>long-polling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8547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71717A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4307" y="2011680"/>
            <a:ext cx="1783080" cy="109728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81B"/>
                </a:solidFill>
                <a:latin typeface="Segoe UI"/>
              </a:rPr>
              <a:t>Django</a:t>
            </a:r>
            <a:br/>
            <a:r>
              <a:rPr sz="1300" b="1" i="0">
                <a:solidFill>
                  <a:srgbClr val="18181B"/>
                </a:solidFill>
                <a:latin typeface="Segoe UI"/>
              </a:rPr>
              <a:t>+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5675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71717A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1435" y="2011680"/>
            <a:ext cx="1783080" cy="109728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81B"/>
                </a:solidFill>
                <a:latin typeface="Segoe UI"/>
              </a:rPr>
              <a:t>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2803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71717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38563" y="2011680"/>
            <a:ext cx="1783080" cy="109728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81B"/>
                </a:solidFill>
                <a:latin typeface="Segoe UI"/>
              </a:rPr>
              <a:t>Браузер</a:t>
            </a:r>
            <a:br/>
            <a:r>
              <a:rPr sz="1300" b="1" i="0">
                <a:solidFill>
                  <a:srgbClr val="18181B"/>
                </a:solidFill>
                <a:latin typeface="Segoe UI"/>
              </a:rPr>
              <a:t>менеджера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•  Один процесс, без Redis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71717A"/>
                </a:solidFill>
                <a:latin typeface="Segoe UI"/>
              </a:rPr>
              <a:t>    бот работает внутри веб-сервера (uvicorn/ASGI), общий in-memory слой каналов — проще в развёртывании и дешевле в эксплуатации.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•  Мгновенно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71717A"/>
                </a:solidFill>
                <a:latin typeface="Segoe UI"/>
              </a:rPr>
              <a:t>    входящее из Telegram сразу видно в браузере — без перезагрузки страницы.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•  Мультиарендно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71717A"/>
                </a:solidFill>
                <a:latin typeface="Segoe UI"/>
              </a:rPr>
              <a:t>    несколько организаций и ботов на одной инсталляции.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КОД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Автозахват лида: пошаговая анкета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def _advance_form(account, activity, text, created):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contact = activity.contact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session = LeadSession.objects.filter(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account=account, contact=contact, is_completed=False).first()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if session is None:                       # новый диалог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if created and account.collect_lead:  # -&gt; запускаем анкету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    return _start_form(account, contact)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return None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questions = list(account.questions.all())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_apply_answer(contact, questions[session.current_index], text)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session.current_index += 1                # ответ сохранён в контакт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if session.current_index &gt;= len(questions):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session.is_completed = True; session.save()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_finalize_lead(account, contact)      # задача + уведомление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return _send_out_sync(account, contact, account.lead_done)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return _send_out_sync(account, contact,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                  questions[session.current_index].text)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8181B"/>
                </a:solidFill>
                <a:latin typeface="Segoe UI"/>
              </a:rPr>
              <a:t>Бот ведёт клиента по вопросам и складывает ответы прямо в карточку контакта.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КОД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Чат в реальном времени (WebSocket)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class TelegramChatConsumer(AsyncWebsocketConsumer):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async def connect(self):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user = self.scope["user"]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contact = await self._get_contact(user, self.contact_id)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self.can_write = is_owner(user) or contact.responsible_id == user.id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await self.channel_layer.group_add(self.group, self.channel_name)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await self.accept()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async def receive(self, text_data=None, bytes_data=None):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text = json.loads(text_data).get("text", "").strip()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activity = await self._send_outgoing(text)   # -&gt; Telegram + журнал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await abroadcast_activity(activity)          # -&gt; всем вкладкам live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async def chat_message(self, event):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4E4E7"/>
                </a:solidFill>
                <a:latin typeface="Consolas"/>
              </a:rPr>
              <a:t>        await self.send(text_data=json.dumps(event["message"]))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8181B"/>
                </a:solidFill>
                <a:latin typeface="Segoe UI"/>
              </a:rPr>
              <a:t>Сообщения летят в браузер мгновенно; права проверяются на подключении.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ПОЧЕМУ МЫ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Преимущества продукта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Telegram-first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заточены под то, как реально продаёт малый бизнес в СНГ и Узбекистане.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Реальное время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переписка и уведомления без задержек — быстрее реакция, выше конверсия.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Автоматизация лидов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бот-анкета + правила автоматизации экономят время менеджеров.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Простой и дешёвый стек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работает одним процессом без тяжёлой инфраструктуры — низкая себестоимость.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Готов к масштабированию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мультиарендность, роли и права, журнал аудита.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ТЕХНОЛОГИИ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3383280" cy="40233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Бэкенд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Python · Django 5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Django Channels (ASGI)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uvicorn / daphne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SQLite →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54480"/>
            <a:ext cx="3383280" cy="40233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7830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Реальное время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WebSocket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aiogram (Telegram)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In-memory channel layer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Long-polling в процессе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554480"/>
            <a:ext cx="3383280" cy="40233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7830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Фронтенд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Server-rendered UI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Ванильный JS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Адаптивный монохром-дизайн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8181B"/>
                </a:solidFill>
                <a:latin typeface="Segoe UI"/>
              </a:rPr>
              <a:t>•  Тёмная / светлая 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БИЗНЕС-МОДЕЛЬ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Как зарабатываем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SaaS-подписка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ежемесячная плата за пользователя/компанию (tiered: Старт / Бизнес / Про).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Целевой рынок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малый и средний бизнес в Узбекистане и СНГ, продающий через Telegram.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Точки роста выручки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платные каналы (WhatsApp/Instagram), онлайн-оплаты, AI-ассистент.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Низкий CAC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продукт-лид рост: бот сам приводит и квалифицирует клиентов.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1717A"/>
                </a:solidFill>
                <a:latin typeface="Segoe UI"/>
              </a:rPr>
              <a:t>Цифры рынка и юнит-экономику подставьте под свои данные — слайд-шаблон.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Segoe UI"/>
              </a:rPr>
              <a:t>ДАЛЬШЕ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81B"/>
                </a:solidFill>
                <a:latin typeface="Segoe UI"/>
              </a:rPr>
              <a:t>Дорожная карта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32688"/>
            <a:ext cx="502920" cy="82296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Онлайн-оплаты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Payme / Click / банковские карты прямо из счёта.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Новые каналы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WhatsApp и Instagram Direct в той же ленте общения.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AI-ассистент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подсказки ответов, авто-резюме диалога, оценка лида.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Мобильное приложение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push-уведомления и работа в полях.</a:t>
            </a:r>
          </a:p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8181B"/>
                </a:solidFill>
                <a:latin typeface="Segoe UI"/>
              </a:rPr>
              <a:t>•  Отчёты и цели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71717A"/>
                </a:solidFill>
                <a:latin typeface="Segoe UI"/>
              </a:rPr>
              <a:t>    планы продаж, KPI менеджеров, прогноз выручки.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